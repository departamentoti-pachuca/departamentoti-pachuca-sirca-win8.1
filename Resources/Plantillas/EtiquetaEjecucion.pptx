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6858000" cy="9144000" type="screen4x3"/>
  <p:notesSz cx="7102475" cy="93884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Z MEJIA" initials="PM" lastIdx="1" clrIdx="0">
    <p:extLst>
      <p:ext uri="{19B8F6BF-5375-455C-9EA6-DF929625EA0E}">
        <p15:presenceInfo xmlns:p15="http://schemas.microsoft.com/office/powerpoint/2012/main" userId="PEREZ MEJ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>
      <p:cViewPr>
        <p:scale>
          <a:sx n="125" d="100"/>
          <a:sy n="125" d="100"/>
        </p:scale>
        <p:origin x="1128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245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524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321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01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482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965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38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49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1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839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20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607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41 Grupo"/>
          <p:cNvGrpSpPr/>
          <p:nvPr/>
        </p:nvGrpSpPr>
        <p:grpSpPr>
          <a:xfrm>
            <a:off x="1429104" y="427295"/>
            <a:ext cx="4226016" cy="3145885"/>
            <a:chOff x="1655986" y="321264"/>
            <a:chExt cx="4226016" cy="3145885"/>
          </a:xfrm>
        </p:grpSpPr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248662" y="321264"/>
              <a:ext cx="2808312" cy="238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733425"/>
              <a:r>
                <a:rPr lang="es-MX" sz="950" b="1" dirty="0">
                  <a:latin typeface="Arial Narrow" pitchFamily="34" charset="0"/>
                </a:rPr>
                <a:t>Poder Judicial del Estado de Hidalgo</a:t>
              </a:r>
            </a:p>
          </p:txBody>
        </p:sp>
        <p:sp>
          <p:nvSpPr>
            <p:cNvPr id="31" name="6 CuadroTexto"/>
            <p:cNvSpPr txBox="1">
              <a:spLocks noChangeArrowheads="1"/>
            </p:cNvSpPr>
            <p:nvPr/>
          </p:nvSpPr>
          <p:spPr bwMode="auto">
            <a:xfrm>
              <a:off x="2104646" y="488378"/>
              <a:ext cx="3105234" cy="215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8" tIns="45713" rIns="91428" bIns="45713">
              <a:spAutoFit/>
            </a:bodyPr>
            <a:lstStyle>
              <a:lvl1pPr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800" b="1" dirty="0">
                  <a:latin typeface="Arial Narrow" pitchFamily="34" charset="0"/>
                  <a:cs typeface="Arial" charset="0"/>
                </a:rPr>
                <a:t>Juzgado Primero Penal de Ejecución del Estado</a:t>
              </a:r>
              <a:endParaRPr lang="es-MX" sz="1000" b="1" dirty="0">
                <a:latin typeface="Arial Narrow" pitchFamily="34" charset="0"/>
                <a:cs typeface="Arial" charset="0"/>
              </a:endParaRPr>
            </a:p>
          </p:txBody>
        </p:sp>
        <p:sp>
          <p:nvSpPr>
            <p:cNvPr id="32" name="28 CuadroTexto"/>
            <p:cNvSpPr txBox="1"/>
            <p:nvPr/>
          </p:nvSpPr>
          <p:spPr>
            <a:xfrm>
              <a:off x="1655986" y="1609456"/>
              <a:ext cx="142383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Sentenciado: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{{imputado}}.</a:t>
              </a:r>
            </a:p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Delito: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 </a:t>
              </a:r>
              <a:r>
                <a:rPr lang="es-ES" sz="700" dirty="0">
                  <a:latin typeface="Arial Narrow" pitchFamily="34" charset="0"/>
                  <a:cs typeface="Arial" charset="0"/>
                </a:rPr>
                <a:t>{{delito}}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.</a:t>
              </a:r>
            </a:p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 Victima u Ofendido: </a:t>
              </a:r>
            </a:p>
            <a:p>
              <a:pPr algn="ctr"/>
              <a:r>
                <a:rPr lang="es-ES" sz="700" dirty="0">
                  <a:latin typeface="Arial Narrow" pitchFamily="34" charset="0"/>
                  <a:cs typeface="Arial" charset="0"/>
                </a:rPr>
                <a:t>{{victima}}.</a:t>
              </a:r>
              <a:endParaRPr lang="es-MX" sz="700" dirty="0">
                <a:latin typeface="Arial Narrow" pitchFamily="34" charset="0"/>
                <a:cs typeface="Arial" charset="0"/>
              </a:endParaRPr>
            </a:p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Tipo de Audiencia: </a:t>
              </a:r>
              <a:r>
                <a:rPr lang="es-ES" sz="700" dirty="0">
                  <a:latin typeface="Arial Narrow" pitchFamily="34" charset="0"/>
                  <a:cs typeface="Arial" charset="0"/>
                </a:rPr>
                <a:t>{{</a:t>
              </a:r>
              <a:r>
                <a:rPr lang="es-ES" sz="700" dirty="0" err="1">
                  <a:latin typeface="Arial Narrow" pitchFamily="34" charset="0"/>
                  <a:cs typeface="Arial" charset="0"/>
                </a:rPr>
                <a:t>tipoAudiencia</a:t>
              </a:r>
              <a:r>
                <a:rPr lang="es-ES" sz="700" dirty="0">
                  <a:latin typeface="Arial Narrow" pitchFamily="34" charset="0"/>
                  <a:cs typeface="Arial" charset="0"/>
                </a:rPr>
                <a:t>}}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.</a:t>
              </a:r>
            </a:p>
            <a:p>
              <a:pPr algn="ctr"/>
              <a:endParaRPr lang="es-MX" sz="800" dirty="0">
                <a:latin typeface="Arial Narrow" pitchFamily="34" charset="0"/>
                <a:cs typeface="Arial" charset="0"/>
              </a:endParaRPr>
            </a:p>
            <a:p>
              <a:pPr algn="ctr"/>
              <a:r>
                <a:rPr lang="es-MX" sz="800" b="1" dirty="0">
                  <a:latin typeface="Arial Narrow" pitchFamily="34" charset="0"/>
                  <a:cs typeface="Arial" charset="0"/>
                </a:rPr>
                <a:t>Disco:</a:t>
              </a:r>
              <a:r>
                <a:rPr lang="es-MX" sz="800" dirty="0">
                  <a:latin typeface="Arial Narrow" pitchFamily="34" charset="0"/>
                  <a:cs typeface="Arial" charset="0"/>
                </a:rPr>
                <a:t> /</a:t>
              </a:r>
              <a:endParaRPr lang="es-MX" sz="800" dirty="0"/>
            </a:p>
          </p:txBody>
        </p:sp>
        <p:sp>
          <p:nvSpPr>
            <p:cNvPr id="34" name="6 CuadroTexto"/>
            <p:cNvSpPr txBox="1">
              <a:spLocks noChangeArrowheads="1"/>
            </p:cNvSpPr>
            <p:nvPr/>
          </p:nvSpPr>
          <p:spPr bwMode="auto">
            <a:xfrm>
              <a:off x="4336894" y="1513641"/>
              <a:ext cx="1545108" cy="1061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8" tIns="45713" rIns="91428" bIns="45713">
              <a:spAutoFit/>
            </a:bodyPr>
            <a:lstStyle>
              <a:lvl1pPr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No. Expediente: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{{expediente}}</a:t>
              </a: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No. Causa: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{{causa}}</a:t>
              </a: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Juzgado: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{{Juzgado}}.</a:t>
              </a:r>
              <a:endParaRPr lang="es-MX" sz="700" b="1" dirty="0"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endParaRPr lang="es-MX" sz="700" b="1" dirty="0"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Fecha de Audiencia y Hora: </a:t>
              </a:r>
            </a:p>
            <a:p>
              <a:pPr algn="ctr" eaLnBrk="1" hangingPunct="1"/>
              <a:r>
                <a:rPr lang="es-MX" sz="700" dirty="0">
                  <a:latin typeface="Arial Narrow" pitchFamily="34" charset="0"/>
                  <a:cs typeface="Arial" charset="0"/>
                </a:rPr>
                <a:t>{{</a:t>
              </a:r>
              <a:r>
                <a:rPr lang="es-MX" sz="700" dirty="0" err="1">
                  <a:latin typeface="Arial Narrow" pitchFamily="34" charset="0"/>
                  <a:cs typeface="Arial" charset="0"/>
                </a:rPr>
                <a:t>fechaAudiencia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}}</a:t>
              </a:r>
            </a:p>
            <a:p>
              <a:pPr algn="ctr" eaLnBrk="1" hangingPunct="1"/>
              <a:r>
                <a:rPr lang="es-MX" sz="700" dirty="0">
                  <a:latin typeface="Arial Narrow" pitchFamily="34" charset="0"/>
                  <a:cs typeface="Arial" charset="0"/>
                </a:rPr>
                <a:t>{{</a:t>
              </a:r>
              <a:r>
                <a:rPr lang="es-MX" sz="700" dirty="0" err="1">
                  <a:latin typeface="Arial Narrow" pitchFamily="34" charset="0"/>
                  <a:cs typeface="Arial" charset="0"/>
                </a:rPr>
                <a:t>horaTermino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}} Hrs.</a:t>
              </a:r>
            </a:p>
            <a:p>
              <a:pPr algn="ctr" eaLnBrk="1" hangingPunct="1"/>
              <a:endParaRPr lang="es-MX" sz="700" b="1" dirty="0"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Original</a:t>
              </a:r>
            </a:p>
          </p:txBody>
        </p:sp>
        <p:sp>
          <p:nvSpPr>
            <p:cNvPr id="35" name="36 CuadroTexto"/>
            <p:cNvSpPr txBox="1"/>
            <p:nvPr/>
          </p:nvSpPr>
          <p:spPr>
            <a:xfrm>
              <a:off x="2000239" y="3097817"/>
              <a:ext cx="3527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latin typeface="Arial Narrow" pitchFamily="34" charset="0"/>
                  <a:cs typeface="Arial" charset="0"/>
                </a:rPr>
                <a:t>{{</a:t>
              </a:r>
              <a:r>
                <a:rPr lang="es-ES" sz="1000" b="1" dirty="0" err="1">
                  <a:latin typeface="Arial Narrow" pitchFamily="34" charset="0"/>
                  <a:cs typeface="Arial" charset="0"/>
                </a:rPr>
                <a:t>tipoAudiencia</a:t>
              </a:r>
              <a:r>
                <a:rPr lang="es-ES" sz="1000" b="1" dirty="0">
                  <a:latin typeface="Arial Narrow" pitchFamily="34" charset="0"/>
                  <a:cs typeface="Arial" charset="0"/>
                </a:rPr>
                <a:t>}}</a:t>
              </a:r>
            </a:p>
            <a:p>
              <a:pPr algn="ctr"/>
              <a:r>
                <a:rPr lang="es-MX" sz="800" b="1" dirty="0">
                  <a:latin typeface="Arial Narrow" pitchFamily="34" charset="0"/>
                  <a:cs typeface="Arial" charset="0"/>
                </a:rPr>
                <a:t>Juez: </a:t>
              </a:r>
              <a:r>
                <a:rPr lang="es-MX" sz="800" dirty="0">
                  <a:latin typeface="Arial Narrow" pitchFamily="34" charset="0"/>
                  <a:cs typeface="Arial" charset="0"/>
                </a:rPr>
                <a:t>{{juez}}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0" name="41 Grupo"/>
          <p:cNvGrpSpPr/>
          <p:nvPr/>
        </p:nvGrpSpPr>
        <p:grpSpPr>
          <a:xfrm>
            <a:off x="1357096" y="5000263"/>
            <a:ext cx="4304152" cy="3090257"/>
            <a:chOff x="1583978" y="285720"/>
            <a:chExt cx="4304152" cy="3090257"/>
          </a:xfrm>
        </p:grpSpPr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2248662" y="285720"/>
              <a:ext cx="2808312" cy="238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733425"/>
              <a:r>
                <a:rPr lang="es-MX" sz="950" b="1" dirty="0">
                  <a:latin typeface="Arial Narrow" pitchFamily="34" charset="0"/>
                </a:rPr>
                <a:t>Poder Judicial del Estado de Hidalgo</a:t>
              </a:r>
            </a:p>
          </p:txBody>
        </p:sp>
        <p:sp>
          <p:nvSpPr>
            <p:cNvPr id="12" name="6 CuadroTexto"/>
            <p:cNvSpPr txBox="1">
              <a:spLocks noChangeArrowheads="1"/>
            </p:cNvSpPr>
            <p:nvPr/>
          </p:nvSpPr>
          <p:spPr bwMode="auto">
            <a:xfrm>
              <a:off x="2104646" y="463936"/>
              <a:ext cx="3105234" cy="215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8" tIns="45713" rIns="91428" bIns="45713">
              <a:spAutoFit/>
            </a:bodyPr>
            <a:lstStyle>
              <a:lvl1pPr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800" b="1" dirty="0">
                  <a:latin typeface="Arial Narrow" pitchFamily="34" charset="0"/>
                  <a:cs typeface="Arial" charset="0"/>
                </a:rPr>
                <a:t>Juzgado Primero Penal de Ejecución del Estado</a:t>
              </a:r>
              <a:endParaRPr lang="es-MX" sz="1000" b="1" dirty="0">
                <a:latin typeface="Arial Narrow" pitchFamily="34" charset="0"/>
                <a:cs typeface="Arial" charset="0"/>
              </a:endParaRPr>
            </a:p>
          </p:txBody>
        </p:sp>
        <p:sp>
          <p:nvSpPr>
            <p:cNvPr id="13" name="28 CuadroTexto"/>
            <p:cNvSpPr txBox="1"/>
            <p:nvPr/>
          </p:nvSpPr>
          <p:spPr>
            <a:xfrm>
              <a:off x="1583978" y="1585649"/>
              <a:ext cx="1423832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Sentenciado: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{{imputado}}.</a:t>
              </a:r>
            </a:p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Delito: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 </a:t>
              </a:r>
              <a:r>
                <a:rPr lang="es-ES" sz="700" dirty="0">
                  <a:latin typeface="Arial Narrow" pitchFamily="34" charset="0"/>
                  <a:cs typeface="Arial" charset="0"/>
                </a:rPr>
                <a:t>{{delito}}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.</a:t>
              </a:r>
            </a:p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 Victima u Ofendido: </a:t>
              </a:r>
            </a:p>
            <a:p>
              <a:pPr algn="ctr"/>
              <a:r>
                <a:rPr lang="es-ES" sz="700" dirty="0">
                  <a:latin typeface="Arial Narrow" pitchFamily="34" charset="0"/>
                  <a:cs typeface="Arial" charset="0"/>
                </a:rPr>
                <a:t>{{victima}}.</a:t>
              </a:r>
              <a:endParaRPr lang="es-MX" sz="700" dirty="0">
                <a:latin typeface="Arial Narrow" pitchFamily="34" charset="0"/>
                <a:cs typeface="Arial" charset="0"/>
              </a:endParaRPr>
            </a:p>
            <a:p>
              <a:pPr algn="ctr"/>
              <a:r>
                <a:rPr lang="es-MX" sz="700" b="1" dirty="0">
                  <a:latin typeface="Arial Narrow" pitchFamily="34" charset="0"/>
                  <a:cs typeface="Arial" charset="0"/>
                </a:rPr>
                <a:t>Tipo de Audiencia:</a:t>
              </a:r>
              <a:r>
                <a:rPr lang="es-ES" sz="800" dirty="0">
                  <a:latin typeface="Arial Narrow" pitchFamily="34" charset="0"/>
                  <a:cs typeface="Arial" charset="0"/>
                </a:rPr>
                <a:t> {{</a:t>
              </a:r>
              <a:r>
                <a:rPr lang="es-ES" sz="800" dirty="0" err="1">
                  <a:latin typeface="Arial Narrow" pitchFamily="34" charset="0"/>
                  <a:cs typeface="Arial" charset="0"/>
                </a:rPr>
                <a:t>tipoAudiencia</a:t>
              </a:r>
              <a:r>
                <a:rPr lang="es-ES" sz="800" dirty="0">
                  <a:latin typeface="Arial Narrow" pitchFamily="34" charset="0"/>
                  <a:cs typeface="Arial" charset="0"/>
                </a:rPr>
                <a:t>}}</a:t>
              </a:r>
              <a:r>
                <a:rPr lang="es-MX" sz="800" dirty="0">
                  <a:latin typeface="Arial Narrow" pitchFamily="34" charset="0"/>
                  <a:cs typeface="Arial" charset="0"/>
                </a:rPr>
                <a:t>.</a:t>
              </a:r>
            </a:p>
            <a:p>
              <a:pPr algn="ctr"/>
              <a:r>
                <a:rPr lang="es-MX" sz="800" b="1" dirty="0">
                  <a:latin typeface="Arial Narrow" pitchFamily="34" charset="0"/>
                  <a:cs typeface="Arial" charset="0"/>
                </a:rPr>
                <a:t>Disco:</a:t>
              </a:r>
              <a:r>
                <a:rPr lang="es-MX" sz="800" dirty="0">
                  <a:latin typeface="Arial Narrow" pitchFamily="34" charset="0"/>
                  <a:cs typeface="Arial" charset="0"/>
                </a:rPr>
                <a:t> /</a:t>
              </a:r>
              <a:endParaRPr lang="es-MX" sz="800" dirty="0"/>
            </a:p>
          </p:txBody>
        </p:sp>
        <p:sp>
          <p:nvSpPr>
            <p:cNvPr id="15" name="6 CuadroTexto"/>
            <p:cNvSpPr txBox="1">
              <a:spLocks noChangeArrowheads="1"/>
            </p:cNvSpPr>
            <p:nvPr/>
          </p:nvSpPr>
          <p:spPr bwMode="auto">
            <a:xfrm>
              <a:off x="4375962" y="1513641"/>
              <a:ext cx="1512168" cy="1061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8" tIns="45713" rIns="91428" bIns="45713">
              <a:spAutoFit/>
            </a:bodyPr>
            <a:lstStyle>
              <a:lvl1pPr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No. Expediente: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{{expediente}}</a:t>
              </a: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No. Causa: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{{causa}}</a:t>
              </a: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Juzgado: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{{Juzgado}}.</a:t>
              </a:r>
              <a:endParaRPr lang="es-MX" sz="700" b="1" dirty="0"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endParaRPr lang="es-MX" sz="700" b="1" dirty="0"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Fecha de Audiencia y Hora: </a:t>
              </a:r>
            </a:p>
            <a:p>
              <a:pPr algn="ctr" eaLnBrk="1" hangingPunct="1"/>
              <a:r>
                <a:rPr lang="es-MX" sz="700" dirty="0">
                  <a:latin typeface="Arial Narrow" pitchFamily="34" charset="0"/>
                  <a:cs typeface="Arial" charset="0"/>
                </a:rPr>
                <a:t>{{</a:t>
              </a:r>
              <a:r>
                <a:rPr lang="es-MX" sz="700" dirty="0" err="1">
                  <a:latin typeface="Arial Narrow" pitchFamily="34" charset="0"/>
                  <a:cs typeface="Arial" charset="0"/>
                </a:rPr>
                <a:t>fechaAudiencia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}}</a:t>
              </a:r>
            </a:p>
            <a:p>
              <a:pPr algn="ctr" eaLnBrk="1" hangingPunct="1"/>
              <a:r>
                <a:rPr lang="es-MX" sz="700" dirty="0">
                  <a:latin typeface="Arial Narrow" pitchFamily="34" charset="0"/>
                  <a:cs typeface="Arial" charset="0"/>
                </a:rPr>
                <a:t>{{</a:t>
              </a:r>
              <a:r>
                <a:rPr lang="es-MX" sz="700" dirty="0" err="1">
                  <a:latin typeface="Arial Narrow" pitchFamily="34" charset="0"/>
                  <a:cs typeface="Arial" charset="0"/>
                </a:rPr>
                <a:t>horaTermino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}} </a:t>
              </a:r>
              <a:r>
                <a:rPr lang="es-MX" sz="700" dirty="0" err="1">
                  <a:latin typeface="Arial Narrow" pitchFamily="34" charset="0"/>
                  <a:cs typeface="Arial" charset="0"/>
                </a:rPr>
                <a:t>Hrs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.</a:t>
              </a:r>
            </a:p>
            <a:p>
              <a:pPr algn="ctr" eaLnBrk="1" hangingPunct="1"/>
              <a:endParaRPr lang="es-MX" sz="700" b="1" dirty="0"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Original</a:t>
              </a:r>
            </a:p>
          </p:txBody>
        </p:sp>
        <p:sp>
          <p:nvSpPr>
            <p:cNvPr id="17" name="36 CuadroTexto"/>
            <p:cNvSpPr txBox="1"/>
            <p:nvPr/>
          </p:nvSpPr>
          <p:spPr>
            <a:xfrm>
              <a:off x="1927690" y="3006645"/>
              <a:ext cx="3456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latin typeface="Arial Narrow" pitchFamily="34" charset="0"/>
                  <a:cs typeface="Arial" charset="0"/>
                </a:rPr>
                <a:t>{{</a:t>
              </a:r>
              <a:r>
                <a:rPr lang="es-ES" sz="1000" b="1" dirty="0" err="1">
                  <a:latin typeface="Arial Narrow" pitchFamily="34" charset="0"/>
                  <a:cs typeface="Arial" charset="0"/>
                </a:rPr>
                <a:t>tipoAudiencia</a:t>
              </a:r>
              <a:r>
                <a:rPr lang="es-ES" sz="1000" b="1" dirty="0">
                  <a:latin typeface="Arial Narrow" pitchFamily="34" charset="0"/>
                  <a:cs typeface="Arial" charset="0"/>
                </a:rPr>
                <a:t>}}</a:t>
              </a:r>
            </a:p>
            <a:p>
              <a:pPr algn="ctr"/>
              <a:r>
                <a:rPr lang="es-MX" sz="800" b="1" dirty="0">
                  <a:latin typeface="Arial Narrow" pitchFamily="34" charset="0"/>
                  <a:cs typeface="Arial" charset="0"/>
                </a:rPr>
                <a:t>Juez: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{{juez}}</a:t>
              </a:r>
              <a:r>
                <a:rPr lang="es-MX" sz="600" dirty="0">
                  <a:latin typeface="Arial Narrow" pitchFamily="34" charset="0"/>
                  <a:cs typeface="Arial" charset="0"/>
                </a:rPr>
                <a:t>.</a:t>
              </a:r>
              <a:endParaRPr lang="es-MX" sz="700" dirty="0">
                <a:latin typeface="Arial Narrow" pitchFamily="34" charset="0"/>
                <a:cs typeface="Arial" charset="0"/>
              </a:endParaRPr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F75B8102-0790-4B83-8C11-7C2203D6A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097" y="917375"/>
            <a:ext cx="868937" cy="71714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A0611CA-A535-4976-91DA-75AE407548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13" b="22222"/>
          <a:stretch/>
        </p:blipFill>
        <p:spPr>
          <a:xfrm>
            <a:off x="1504009" y="710699"/>
            <a:ext cx="1130006" cy="100811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B7AC787-B3D3-48A0-9C43-181E0CF222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13" b="22222"/>
          <a:stretch/>
        </p:blipFill>
        <p:spPr>
          <a:xfrm>
            <a:off x="1504009" y="5354215"/>
            <a:ext cx="1130006" cy="100811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5216CB5-743A-40F6-AF7C-58CB3DCCD1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036" y="5529930"/>
            <a:ext cx="868937" cy="71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33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170</Words>
  <Application>Microsoft Office PowerPoint</Application>
  <PresentationFormat>Presentación en pantalla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</dc:creator>
  <cp:lastModifiedBy>PEREZ MEJIA</cp:lastModifiedBy>
  <cp:revision>314</cp:revision>
  <cp:lastPrinted>2021-09-22T17:27:53Z</cp:lastPrinted>
  <dcterms:created xsi:type="dcterms:W3CDTF">2012-12-06T21:39:51Z</dcterms:created>
  <dcterms:modified xsi:type="dcterms:W3CDTF">2026-08-19T18:48:11Z</dcterms:modified>
</cp:coreProperties>
</file>