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7" r:id="rId2"/>
  </p:sldIdLst>
  <p:sldSz cx="6858000" cy="9144000" type="screen4x3"/>
  <p:notesSz cx="7102475" cy="93884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06" autoAdjust="0"/>
  </p:normalViewPr>
  <p:slideViewPr>
    <p:cSldViewPr>
      <p:cViewPr varScale="1">
        <p:scale>
          <a:sx n="61" d="100"/>
          <a:sy n="61" d="100"/>
        </p:scale>
        <p:origin x="2510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6" y="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2731" y="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/>
          <a:lstStyle>
            <a:lvl1pPr algn="r">
              <a:defRPr sz="1200"/>
            </a:lvl1pPr>
          </a:lstStyle>
          <a:p>
            <a:fld id="{25D8180D-4BC9-4EAE-9E58-F00EDEA6CB74}" type="datetimeFigureOut">
              <a:rPr lang="es-MX" smtClean="0"/>
              <a:t>19/08/2026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73163"/>
            <a:ext cx="2378075" cy="3170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2" tIns="45690" rIns="91382" bIns="4569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613" y="4518535"/>
            <a:ext cx="5683250" cy="3696381"/>
          </a:xfrm>
          <a:prstGeom prst="rect">
            <a:avLst/>
          </a:prstGeom>
        </p:spPr>
        <p:txBody>
          <a:bodyPr vert="horz" lIns="91382" tIns="45690" rIns="91382" bIns="4569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6" y="891773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2731" y="8917730"/>
            <a:ext cx="3078163" cy="470750"/>
          </a:xfrm>
          <a:prstGeom prst="rect">
            <a:avLst/>
          </a:prstGeom>
        </p:spPr>
        <p:txBody>
          <a:bodyPr vert="horz" lIns="91382" tIns="45690" rIns="91382" bIns="45690" rtlCol="0" anchor="b"/>
          <a:lstStyle>
            <a:lvl1pPr algn="r">
              <a:defRPr sz="1200"/>
            </a:lvl1pPr>
          </a:lstStyle>
          <a:p>
            <a:fld id="{FCAF000C-CD94-4945-955A-A7C16F5590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880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091F-0E8D-1F64-A1BC-B0DDB326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B65771-03F2-C6CE-2373-2ED0D46EA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4F8CBF-8C85-61B3-3C0E-91EEDB6F7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0AB9A5-B0C3-CFB8-FF4F-4903C8E63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AF000C-CD94-4945-955A-A7C16F55909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43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245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52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321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01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82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65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38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49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1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391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20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3E03-C727-4D26-A79B-F4F90BF07F58}" type="datetimeFigureOut">
              <a:rPr lang="es-MX" smtClean="0"/>
              <a:pPr/>
              <a:t>19/08/2026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5BDDE-0E05-4365-887E-79338EA60B58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07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0F14-F598-18DF-D619-45FECAE2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E842FE5-ACBF-1FFE-9CE2-51D5C5D307B7}"/>
              </a:ext>
            </a:extLst>
          </p:cNvPr>
          <p:cNvGrpSpPr/>
          <p:nvPr/>
        </p:nvGrpSpPr>
        <p:grpSpPr>
          <a:xfrm>
            <a:off x="1484784" y="5076056"/>
            <a:ext cx="4210372" cy="3587626"/>
            <a:chOff x="1484784" y="5076056"/>
            <a:chExt cx="4210372" cy="3587626"/>
          </a:xfrm>
        </p:grpSpPr>
        <p:sp>
          <p:nvSpPr>
            <p:cNvPr id="43" name="Rectangle 15">
              <a:extLst>
                <a:ext uri="{FF2B5EF4-FFF2-40B4-BE49-F238E27FC236}">
                  <a16:creationId xmlns:a16="http://schemas.microsoft.com/office/drawing/2014/main" id="{B3A96899-0EC2-8302-87DC-5BF994136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217" y="5076056"/>
              <a:ext cx="2808312" cy="23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ctr" defTabSz="7334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+mn-cs"/>
                </a:rPr>
                <a:t>Poder Judicial del Estado de Hidalgo</a:t>
              </a:r>
            </a:p>
          </p:txBody>
        </p:sp>
        <p:sp>
          <p:nvSpPr>
            <p:cNvPr id="44" name="6 CuadroTexto">
              <a:extLst>
                <a:ext uri="{FF2B5EF4-FFF2-40B4-BE49-F238E27FC236}">
                  <a16:creationId xmlns:a16="http://schemas.microsoft.com/office/drawing/2014/main" id="{0350329C-3D4B-B91D-FD96-472D3FBD4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6494" y="5253097"/>
              <a:ext cx="3105234" cy="338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2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Juzgado en Materia Penal Acusatorio y Oral para el </a:t>
              </a:r>
            </a:p>
            <a:p>
              <a:pPr marL="0" marR="0" lvl="0" indent="0" algn="ctr" defTabSz="912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Circuito de Pachuca de Soto, Hidalgo</a:t>
              </a:r>
              <a:endPara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charset="0"/>
              </a:endParaRPr>
            </a:p>
          </p:txBody>
        </p:sp>
        <p:sp>
          <p:nvSpPr>
            <p:cNvPr id="45" name="28 CuadroTexto">
              <a:extLst>
                <a:ext uri="{FF2B5EF4-FFF2-40B4-BE49-F238E27FC236}">
                  <a16:creationId xmlns:a16="http://schemas.microsoft.com/office/drawing/2014/main" id="{E89DEA54-C26D-E008-3A25-D24C83531DF5}"/>
                </a:ext>
              </a:extLst>
            </p:cNvPr>
            <p:cNvSpPr txBox="1"/>
            <p:nvPr/>
          </p:nvSpPr>
          <p:spPr>
            <a:xfrm>
              <a:off x="1484784" y="6228184"/>
              <a:ext cx="129614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s-MX" sz="65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Acusado:</a:t>
              </a:r>
              <a:r>
                <a:rPr lang="es-MX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 {{</a:t>
              </a:r>
              <a:r>
                <a:rPr lang="es-ES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Imputado}}</a:t>
              </a:r>
            </a:p>
            <a:p>
              <a:pPr lvl="0" algn="ctr"/>
              <a:r>
                <a:rPr lang="es-MX" sz="65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Delito:</a:t>
              </a:r>
              <a:r>
                <a:rPr lang="es-MX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 {{Delito}}</a:t>
              </a:r>
            </a:p>
            <a:p>
              <a:pPr lvl="0" algn="ctr"/>
              <a:r>
                <a:rPr lang="es-MX" sz="65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Victima u Ofendido</a:t>
              </a:r>
              <a:r>
                <a:rPr lang="es-MX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: {{</a:t>
              </a:r>
              <a:r>
                <a:rPr lang="es-ES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Agraviado}}</a:t>
              </a:r>
            </a:p>
            <a:p>
              <a:pPr lvl="0" algn="ctr">
                <a:defRPr/>
              </a:pPr>
              <a:r>
                <a:rPr lang="es-MX" sz="65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Disco:</a:t>
              </a:r>
              <a:r>
                <a:rPr lang="es-MX" sz="65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 /</a:t>
              </a:r>
            </a:p>
          </p:txBody>
        </p:sp>
        <p:sp>
          <p:nvSpPr>
            <p:cNvPr id="47" name="6 CuadroTexto">
              <a:extLst>
                <a:ext uri="{FF2B5EF4-FFF2-40B4-BE49-F238E27FC236}">
                  <a16:creationId xmlns:a16="http://schemas.microsoft.com/office/drawing/2014/main" id="{4052DC55-3C90-0F65-58FF-10B1B16EE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040" y="6419288"/>
              <a:ext cx="1617116" cy="954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8" tIns="45713" rIns="91428" bIns="45713">
              <a:spAutoFit/>
            </a:bodyPr>
            <a:lstStyle>
              <a:lvl1pPr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912813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 algn="ctr" eaLnBrk="1" hangingPunct="1">
                <a:defRPr/>
              </a:pPr>
              <a:r>
                <a:rPr lang="es-MX" sz="70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Causa de JO: </a:t>
              </a:r>
              <a:r>
                <a: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{{</a:t>
              </a:r>
              <a:r>
                <a:rPr kumimoji="0" lang="es-MX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NoCausaJuicio</a:t>
              </a:r>
              <a:r>
                <a: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}}</a:t>
              </a:r>
              <a:endParaRPr lang="es-MX" sz="700" b="1" dirty="0">
                <a:solidFill>
                  <a:prstClr val="black"/>
                </a:solidFill>
                <a:latin typeface="Arial Narrow" pitchFamily="34" charset="0"/>
                <a:cs typeface="Arial" charset="0"/>
              </a:endParaRP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Causa Penal: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</a:t>
              </a:r>
              <a:r>
                <a:rPr lang="es-MX" sz="700" dirty="0" err="1">
                  <a:latin typeface="Arial Narrow" pitchFamily="34" charset="0"/>
                  <a:cs typeface="Arial" charset="0"/>
                </a:rPr>
                <a:t>NoCausa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}}</a:t>
              </a:r>
            </a:p>
            <a:p>
              <a:pPr algn="ctr" eaLnBrk="1" hangingPunct="1"/>
              <a:r>
                <a:rPr lang="es-MX" sz="700" b="1" dirty="0">
                  <a:latin typeface="Arial Narrow" pitchFamily="34" charset="0"/>
                  <a:cs typeface="Arial" charset="0"/>
                </a:rPr>
                <a:t>NUC: </a:t>
              </a:r>
              <a:r>
                <a:rPr lang="es-MX" sz="700" dirty="0">
                  <a:latin typeface="Arial Narrow" pitchFamily="34" charset="0"/>
                  <a:cs typeface="Arial" charset="0"/>
                </a:rPr>
                <a:t>{{NUC}}</a:t>
              </a:r>
            </a:p>
            <a:p>
              <a:pPr algn="ctr" eaLnBrk="1" hangingPunct="1"/>
              <a:endParaRPr lang="es-MX" sz="700" dirty="0">
                <a:solidFill>
                  <a:prstClr val="black"/>
                </a:solidFill>
                <a:latin typeface="Arial Narrow" pitchFamily="34" charset="0"/>
                <a:cs typeface="Arial" charset="0"/>
              </a:endParaRPr>
            </a:p>
            <a:p>
              <a:pPr lvl="0" algn="ctr" eaLnBrk="1" hangingPunct="1">
                <a:defRPr/>
              </a:pPr>
              <a:r>
                <a:rPr lang="es-MX" sz="70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Fecha de Audiencia y Hora: </a:t>
              </a:r>
            </a:p>
            <a:p>
              <a:pPr algn="ctr" eaLnBrk="1" hangingPunct="1">
                <a:defRPr/>
              </a:pPr>
              <a:r>
                <a: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{{</a:t>
              </a:r>
              <a:r>
                <a:rPr kumimoji="0" lang="es-MX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FeAudiencia</a:t>
              </a:r>
              <a:r>
                <a: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}}</a:t>
              </a:r>
            </a:p>
            <a:p>
              <a:pPr lvl="0" algn="ctr" eaLnBrk="1" hangingPunct="1">
                <a:defRPr/>
              </a:pPr>
              <a:endParaRPr lang="es-MX" sz="700" dirty="0">
                <a:solidFill>
                  <a:prstClr val="black"/>
                </a:solidFill>
                <a:latin typeface="Arial Narrow" pitchFamily="34" charset="0"/>
                <a:cs typeface="Arial" charset="0"/>
              </a:endParaRPr>
            </a:p>
            <a:p>
              <a:pPr lvl="0" algn="ctr" eaLnBrk="1" hangingPunct="1">
                <a:defRPr/>
              </a:pPr>
              <a:r>
                <a:rPr lang="es-MX" sz="700" dirty="0">
                  <a:latin typeface="Arial Narrow" pitchFamily="34" charset="0"/>
                  <a:cs typeface="Arial" charset="0"/>
                </a:rPr>
                <a:t>{{Hora conclusión}}</a:t>
              </a:r>
              <a:r>
                <a: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 </a:t>
              </a:r>
              <a:r>
                <a:rPr lang="es-MX" sz="700" dirty="0" err="1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Hrs</a:t>
              </a:r>
              <a:r>
                <a:rPr lang="es-MX" sz="7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.</a:t>
              </a:r>
              <a:endParaRPr lang="es-MX" sz="700" b="1" dirty="0">
                <a:solidFill>
                  <a:prstClr val="black"/>
                </a:solidFill>
                <a:latin typeface="Arial Narrow" pitchFamily="34" charset="0"/>
                <a:cs typeface="Arial" charset="0"/>
              </a:endParaRPr>
            </a:p>
          </p:txBody>
        </p:sp>
        <p:sp>
          <p:nvSpPr>
            <p:cNvPr id="48" name="36 CuadroTexto">
              <a:extLst>
                <a:ext uri="{FF2B5EF4-FFF2-40B4-BE49-F238E27FC236}">
                  <a16:creationId xmlns:a16="http://schemas.microsoft.com/office/drawing/2014/main" id="{BB5E9AC8-4849-24C0-6F6D-867DC4BB532F}"/>
                </a:ext>
              </a:extLst>
            </p:cNvPr>
            <p:cNvSpPr txBox="1"/>
            <p:nvPr/>
          </p:nvSpPr>
          <p:spPr>
            <a:xfrm>
              <a:off x="1543075" y="7740352"/>
              <a:ext cx="39604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{{</a:t>
              </a:r>
              <a:r>
                <a:rPr kumimoji="0" lang="es-E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TipoAudiencia</a:t>
              </a: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}}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rPr>
                <a:t>Certificación</a:t>
              </a:r>
              <a:endParaRPr kumimoji="0" lang="es-MX" sz="8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charset="0"/>
              </a:endParaRPr>
            </a:p>
            <a:p>
              <a:pPr lvl="0" algn="ctr">
                <a:defRPr/>
              </a:pPr>
              <a:r>
                <a:rPr lang="pt-BR" sz="600" b="1" dirty="0" err="1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Juez</a:t>
              </a:r>
              <a:r>
                <a:rPr lang="pt-BR" sz="600" b="1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rPr>
                <a:t>(a) </a:t>
              </a: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Juez Presidenta del Tribunal de Enjuiciamiento en 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Estado de Hidalgo, certifico y doy fe que la presente videograbación, es copia auténtica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de la original, en términos de los artículos 71 del Código Nacional de Procedimientos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Penales, 7 fracción II y 64 de la ley orgánica del Poder Judicial del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Estado de Hidalgo, lo que hago constar para los efectos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rPr>
                <a:t>legales a los que haya lugar.</a:t>
              </a:r>
            </a:p>
          </p:txBody>
        </p: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21C2F7CC-FC65-6647-53B6-908FFC1D5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096" y="5565936"/>
              <a:ext cx="976926" cy="806264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B2F83523-AD41-C74A-FC73-10C752AF8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391" y="5299422"/>
              <a:ext cx="1258545" cy="1296144"/>
            </a:xfrm>
            <a:prstGeom prst="rect">
              <a:avLst/>
            </a:prstGeom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A397B7F-ED53-4711-5B19-DDF336A9FEFA}"/>
              </a:ext>
            </a:extLst>
          </p:cNvPr>
          <p:cNvGrpSpPr/>
          <p:nvPr/>
        </p:nvGrpSpPr>
        <p:grpSpPr>
          <a:xfrm>
            <a:off x="1340768" y="611560"/>
            <a:ext cx="4354387" cy="3469745"/>
            <a:chOff x="1340768" y="539552"/>
            <a:chExt cx="4354387" cy="3469745"/>
          </a:xfrm>
        </p:grpSpPr>
        <p:grpSp>
          <p:nvGrpSpPr>
            <p:cNvPr id="18" name="41 Grupo">
              <a:extLst>
                <a:ext uri="{FF2B5EF4-FFF2-40B4-BE49-F238E27FC236}">
                  <a16:creationId xmlns:a16="http://schemas.microsoft.com/office/drawing/2014/main" id="{AB8F863E-EF20-5E69-EA50-108006D5548F}"/>
                </a:ext>
              </a:extLst>
            </p:cNvPr>
            <p:cNvGrpSpPr/>
            <p:nvPr/>
          </p:nvGrpSpPr>
          <p:grpSpPr>
            <a:xfrm>
              <a:off x="1340768" y="539552"/>
              <a:ext cx="4354387" cy="3469745"/>
              <a:chOff x="1557881" y="285720"/>
              <a:chExt cx="4354387" cy="3469745"/>
            </a:xfrm>
          </p:grpSpPr>
          <p:sp>
            <p:nvSpPr>
              <p:cNvPr id="19" name="Rectangle 15">
                <a:extLst>
                  <a:ext uri="{FF2B5EF4-FFF2-40B4-BE49-F238E27FC236}">
                    <a16:creationId xmlns:a16="http://schemas.microsoft.com/office/drawing/2014/main" id="{F9BD25DA-1DD7-7275-9329-F79416C47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330" y="285720"/>
                <a:ext cx="2808312" cy="238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ctr" defTabSz="7334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9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+mn-cs"/>
                  </a:rPr>
                  <a:t>Poder Judicial del Estado de Hidalgo</a:t>
                </a:r>
              </a:p>
            </p:txBody>
          </p:sp>
          <p:sp>
            <p:nvSpPr>
              <p:cNvPr id="20" name="6 CuadroTexto">
                <a:extLst>
                  <a:ext uri="{FF2B5EF4-FFF2-40B4-BE49-F238E27FC236}">
                    <a16:creationId xmlns:a16="http://schemas.microsoft.com/office/drawing/2014/main" id="{5A07D2D1-4CBE-BAC4-5199-7DC3491EFD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3607" y="462761"/>
                <a:ext cx="3105234" cy="338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Juzgado en Materia Penal Acusatorio y Oral para el </a:t>
                </a: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Circuito de Pachuca de Soto, Hidalgo</a:t>
                </a:r>
                <a:endParaRPr kumimoji="0" lang="es-MX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</p:txBody>
          </p:sp>
          <p:sp>
            <p:nvSpPr>
              <p:cNvPr id="23" name="6 CuadroTexto">
                <a:extLst>
                  <a:ext uri="{FF2B5EF4-FFF2-40B4-BE49-F238E27FC236}">
                    <a16:creationId xmlns:a16="http://schemas.microsoft.com/office/drawing/2014/main" id="{3346FA03-A93E-C68D-92EF-442A03547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9131" y="1563875"/>
                <a:ext cx="1483137" cy="11695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28" tIns="45713" rIns="91428" bIns="45713">
                <a:spAutoFit/>
              </a:bodyPr>
              <a:lstStyle>
                <a:lvl1pPr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defTabSz="912813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defTabSz="91281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Causa de JO: </a:t>
                </a:r>
                <a:r>
                  <a:rPr lang="es-MX" sz="7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kumimoji="0" lang="es-MX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NoCausaJuicio</a:t>
                </a:r>
                <a:r>
                  <a:rPr kumimoji="0" lang="es-MX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}}</a:t>
                </a:r>
                <a:endParaRPr kumimoji="0" lang="es-MX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Causa Penal: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</a:t>
                </a:r>
                <a:r>
                  <a:rPr lang="es-MX" sz="700" dirty="0" err="1">
                    <a:latin typeface="Arial Narrow" pitchFamily="34" charset="0"/>
                    <a:cs typeface="Arial" charset="0"/>
                  </a:rPr>
                  <a:t>NoCausa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}}</a:t>
                </a:r>
              </a:p>
              <a:p>
                <a:pPr algn="ctr" eaLnBrk="1" hangingPunct="1"/>
                <a:r>
                  <a:rPr lang="es-MX" sz="700" b="1" dirty="0">
                    <a:latin typeface="Arial Narrow" pitchFamily="34" charset="0"/>
                    <a:cs typeface="Arial" charset="0"/>
                  </a:rPr>
                  <a:t>NUC: </a:t>
                </a:r>
                <a:r>
                  <a:rPr lang="es-MX" sz="700" dirty="0">
                    <a:latin typeface="Arial Narrow" pitchFamily="34" charset="0"/>
                    <a:cs typeface="Arial" charset="0"/>
                  </a:rPr>
                  <a:t>{{NUC}}</a:t>
                </a:r>
              </a:p>
              <a:p>
                <a:pPr algn="ctr" eaLnBrk="1" hangingPunct="1"/>
                <a:endPara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Fecha de Audiencia y Hora: </a:t>
                </a: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{{</a:t>
                </a:r>
                <a:r>
                  <a:rPr kumimoji="0" lang="es-MX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FeAudiencia</a:t>
                </a:r>
                <a:r>
                  <a:rPr kumimoji="0" lang="es-MX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}}</a:t>
                </a: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MX" sz="700" dirty="0">
                    <a:latin typeface="Arial Narrow" pitchFamily="34" charset="0"/>
                    <a:cs typeface="Arial" charset="0"/>
                  </a:rPr>
                  <a:t>{{Hora conclusión}} </a:t>
                </a:r>
                <a:r>
                  <a:rPr kumimoji="0" lang="es-MX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Hrs</a:t>
                </a:r>
                <a:r>
                  <a:rPr kumimoji="0" lang="es-MX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.</a:t>
                </a:r>
                <a:endParaRPr kumimoji="0" lang="es-MX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+mn-ea"/>
                  <a:cs typeface="Arial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Original</a:t>
                </a:r>
              </a:p>
            </p:txBody>
          </p:sp>
          <p:sp>
            <p:nvSpPr>
              <p:cNvPr id="21" name="28 CuadroTexto">
                <a:extLst>
                  <a:ext uri="{FF2B5EF4-FFF2-40B4-BE49-F238E27FC236}">
                    <a16:creationId xmlns:a16="http://schemas.microsoft.com/office/drawing/2014/main" id="{F393D415-B94B-5185-E379-EA0F10B06416}"/>
                  </a:ext>
                </a:extLst>
              </p:cNvPr>
              <p:cNvSpPr txBox="1"/>
              <p:nvPr/>
            </p:nvSpPr>
            <p:spPr>
              <a:xfrm>
                <a:off x="1557881" y="1489903"/>
                <a:ext cx="1296144" cy="792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kumimoji="0" lang="es-MX" sz="6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Acusado:</a:t>
                </a:r>
                <a:r>
                  <a:rPr kumimoji="0" lang="es-MX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 {{</a:t>
                </a:r>
                <a:r>
                  <a:rPr kumimoji="0" lang="es-ES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Imputado</a:t>
                </a:r>
                <a:r>
                  <a:rPr lang="es-ES" sz="65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}}.</a:t>
                </a:r>
              </a:p>
              <a:p>
                <a:pPr lvl="0" algn="ctr"/>
                <a:r>
                  <a:rPr kumimoji="0" lang="es-MX" sz="6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Delito:</a:t>
                </a:r>
                <a:r>
                  <a:rPr kumimoji="0" lang="es-MX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 </a:t>
                </a:r>
                <a:r>
                  <a:rPr lang="es-MX" sz="65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{{Delito}}.</a:t>
                </a:r>
              </a:p>
              <a:p>
                <a:pPr lvl="0" algn="ctr"/>
                <a:r>
                  <a:rPr kumimoji="0" lang="es-MX" sz="6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Victima u Ofendido</a:t>
                </a:r>
                <a:r>
                  <a:rPr kumimoji="0" lang="es-MX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: {{</a:t>
                </a:r>
                <a:r>
                  <a:rPr lang="es-ES" sz="65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Agraviado}}.</a:t>
                </a:r>
                <a:endParaRPr kumimoji="0" lang="es-ES" sz="6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6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Tipo de Audiencia</a:t>
                </a:r>
                <a:r>
                  <a:rPr kumimoji="0" lang="es-MX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:</a:t>
                </a:r>
                <a:r>
                  <a:rPr kumimoji="0" lang="es-ES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{{</a:t>
                </a:r>
                <a:r>
                  <a:rPr kumimoji="0" lang="es-ES" sz="6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TipoAudiencia</a:t>
                </a:r>
                <a:r>
                  <a:rPr kumimoji="0" lang="es-ES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}}.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6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6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Disco:</a:t>
                </a:r>
                <a:r>
                  <a:rPr kumimoji="0" lang="es-MX" sz="6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 /</a:t>
                </a:r>
              </a:p>
            </p:txBody>
          </p:sp>
          <p:sp>
            <p:nvSpPr>
              <p:cNvPr id="24" name="36 CuadroTexto">
                <a:extLst>
                  <a:ext uri="{FF2B5EF4-FFF2-40B4-BE49-F238E27FC236}">
                    <a16:creationId xmlns:a16="http://schemas.microsoft.com/office/drawing/2014/main" id="{7FD5E299-32C4-7FBA-F748-BF81CE9843AD}"/>
                  </a:ext>
                </a:extLst>
              </p:cNvPr>
              <p:cNvSpPr txBox="1"/>
              <p:nvPr/>
            </p:nvSpPr>
            <p:spPr>
              <a:xfrm>
                <a:off x="1760188" y="2878302"/>
                <a:ext cx="3960440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BBB59">
                        <a:lumMod val="50000"/>
                      </a:srgbClr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{{</a:t>
                </a:r>
                <a:r>
                  <a:rPr kumimoji="0" lang="es-ES" sz="1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9BBB59">
                        <a:lumMod val="50000"/>
                      </a:srgbClr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TipoAudiencia</a:t>
                </a:r>
                <a:r>
                  <a:rPr kumimoji="0" lang="es-E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BBB59">
                        <a:lumMod val="50000"/>
                      </a:srgbClr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}}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ea typeface="+mn-ea"/>
                    <a:cs typeface="Arial" charset="0"/>
                  </a:rPr>
                  <a:t>Tribunal de Enjuiciamiento</a:t>
                </a:r>
              </a:p>
              <a:p>
                <a:pPr lvl="0" algn="ctr">
                  <a:defRPr/>
                </a:pP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Jueza Presidenta: </a:t>
                </a:r>
                <a:r>
                  <a:rPr lang="pt-BR" sz="8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{{</a:t>
                </a:r>
                <a:r>
                  <a:rPr lang="pt-BR" sz="800" dirty="0" err="1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Juez</a:t>
                </a:r>
                <a:r>
                  <a:rPr lang="pt-BR" sz="800" dirty="0">
                    <a:solidFill>
                      <a:prstClr val="black"/>
                    </a:solidFill>
                    <a:latin typeface="Arial Narrow" pitchFamily="34" charset="0"/>
                    <a:cs typeface="Arial" charset="0"/>
                  </a:rPr>
                  <a:t>}}.</a:t>
                </a:r>
                <a:endParaRPr kumimoji="0" lang="es-MX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cs typeface="Arial" charset="0"/>
                </a:endParaRPr>
              </a:p>
              <a:p>
                <a:pPr lvl="0" algn="ctr">
                  <a:defRPr/>
                </a:pP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Jueza Relatora:</a:t>
                </a:r>
                <a:r>
                  <a:rPr kumimoji="0" lang="pt-BR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.</a:t>
                </a: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 </a:t>
                </a:r>
              </a:p>
              <a:p>
                <a:pPr lvl="0" algn="ctr">
                  <a:defRPr/>
                </a:pPr>
                <a:r>
                  <a:rPr kumimoji="0" lang="es-MX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Juez Tercero Integrante:</a:t>
                </a:r>
                <a:endParaRPr lang="pt-BR" sz="800" dirty="0">
                  <a:solidFill>
                    <a:prstClr val="black"/>
                  </a:solidFill>
                  <a:latin typeface="Arial Narrow" pitchFamily="34" charset="0"/>
                  <a:cs typeface="Arial" charset="0"/>
                </a:endParaRPr>
              </a:p>
              <a:p>
                <a:pPr lvl="0" algn="ctr">
                  <a:defRPr/>
                </a:pPr>
                <a:r>
                  <a:rPr kumimoji="0" lang="es-MX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itchFamily="34" charset="0"/>
                    <a:cs typeface="Arial" charset="0"/>
                  </a:rPr>
                  <a:t>.</a:t>
                </a:r>
              </a:p>
            </p:txBody>
          </p:sp>
        </p:grp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D06EB0DE-9E45-7F9C-06BB-11531A25C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6477" y="761339"/>
              <a:ext cx="1258545" cy="1296144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6172BEDB-3003-8ADD-06F5-48942711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4597" y="992102"/>
              <a:ext cx="976926" cy="806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1276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7187</TotalTime>
  <Words>260</Words>
  <Application>Microsoft Office PowerPoint</Application>
  <PresentationFormat>Presentación en pantalla (4:3)</PresentationFormat>
  <Paragraphs>50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PEREZ MEJIA</cp:lastModifiedBy>
  <cp:revision>673</cp:revision>
  <cp:lastPrinted>2026-08-06T19:28:58Z</cp:lastPrinted>
  <dcterms:created xsi:type="dcterms:W3CDTF">2012-12-06T21:39:51Z</dcterms:created>
  <dcterms:modified xsi:type="dcterms:W3CDTF">2026-08-19T08:12:35Z</dcterms:modified>
</cp:coreProperties>
</file>