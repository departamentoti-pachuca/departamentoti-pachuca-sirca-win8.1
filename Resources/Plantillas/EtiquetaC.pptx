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1" r:id="rId2"/>
  </p:sldIdLst>
  <p:sldSz cx="6858000" cy="9144000" type="screen4x3"/>
  <p:notesSz cx="7102475" cy="9388475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06" autoAdjust="0"/>
  </p:normalViewPr>
  <p:slideViewPr>
    <p:cSldViewPr>
      <p:cViewPr>
        <p:scale>
          <a:sx n="100" d="100"/>
          <a:sy n="100" d="100"/>
        </p:scale>
        <p:origin x="1666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6" y="0"/>
            <a:ext cx="3078163" cy="470750"/>
          </a:xfrm>
          <a:prstGeom prst="rect">
            <a:avLst/>
          </a:prstGeom>
        </p:spPr>
        <p:txBody>
          <a:bodyPr vert="horz" lIns="91382" tIns="45690" rIns="91382" bIns="4569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2731" y="0"/>
            <a:ext cx="3078163" cy="470750"/>
          </a:xfrm>
          <a:prstGeom prst="rect">
            <a:avLst/>
          </a:prstGeom>
        </p:spPr>
        <p:txBody>
          <a:bodyPr vert="horz" lIns="91382" tIns="45690" rIns="91382" bIns="45690" rtlCol="0"/>
          <a:lstStyle>
            <a:lvl1pPr algn="r">
              <a:defRPr sz="1200"/>
            </a:lvl1pPr>
          </a:lstStyle>
          <a:p>
            <a:fld id="{25D8180D-4BC9-4EAE-9E58-F00EDEA6CB74}" type="datetimeFigureOut">
              <a:rPr lang="es-MX" smtClean="0"/>
              <a:t>19/08/2026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73163"/>
            <a:ext cx="2378075" cy="3170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82" tIns="45690" rIns="91382" bIns="4569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9613" y="4518535"/>
            <a:ext cx="5683250" cy="3696381"/>
          </a:xfrm>
          <a:prstGeom prst="rect">
            <a:avLst/>
          </a:prstGeom>
        </p:spPr>
        <p:txBody>
          <a:bodyPr vert="horz" lIns="91382" tIns="45690" rIns="91382" bIns="4569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6" y="8917730"/>
            <a:ext cx="3078163" cy="470750"/>
          </a:xfrm>
          <a:prstGeom prst="rect">
            <a:avLst/>
          </a:prstGeom>
        </p:spPr>
        <p:txBody>
          <a:bodyPr vert="horz" lIns="91382" tIns="45690" rIns="91382" bIns="4569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2731" y="8917730"/>
            <a:ext cx="3078163" cy="470750"/>
          </a:xfrm>
          <a:prstGeom prst="rect">
            <a:avLst/>
          </a:prstGeom>
        </p:spPr>
        <p:txBody>
          <a:bodyPr vert="horz" lIns="91382" tIns="45690" rIns="91382" bIns="45690" rtlCol="0" anchor="b"/>
          <a:lstStyle>
            <a:lvl1pPr algn="r">
              <a:defRPr sz="1200"/>
            </a:lvl1pPr>
          </a:lstStyle>
          <a:p>
            <a:fld id="{FCAF000C-CD94-4945-955A-A7C16F5590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880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245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524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3216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801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482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9655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386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9493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213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8391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620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607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2214EAB0-62C6-0634-6A82-98717D934194}"/>
              </a:ext>
            </a:extLst>
          </p:cNvPr>
          <p:cNvGrpSpPr/>
          <p:nvPr/>
        </p:nvGrpSpPr>
        <p:grpSpPr>
          <a:xfrm>
            <a:off x="1554461" y="5037999"/>
            <a:ext cx="3982580" cy="3628005"/>
            <a:chOff x="1594850" y="5028367"/>
            <a:chExt cx="3982580" cy="3628005"/>
          </a:xfrm>
        </p:grpSpPr>
        <p:grpSp>
          <p:nvGrpSpPr>
            <p:cNvPr id="40" name="41 Grupo">
              <a:extLst>
                <a:ext uri="{FF2B5EF4-FFF2-40B4-BE49-F238E27FC236}">
                  <a16:creationId xmlns:a16="http://schemas.microsoft.com/office/drawing/2014/main" id="{A0D6B2E3-3289-4F3D-AC70-7005FB940309}"/>
                </a:ext>
              </a:extLst>
            </p:cNvPr>
            <p:cNvGrpSpPr/>
            <p:nvPr/>
          </p:nvGrpSpPr>
          <p:grpSpPr>
            <a:xfrm>
              <a:off x="1594850" y="5028367"/>
              <a:ext cx="3982580" cy="3628005"/>
              <a:chOff x="1784161" y="285720"/>
              <a:chExt cx="3982580" cy="3628005"/>
            </a:xfrm>
          </p:grpSpPr>
          <p:sp>
            <p:nvSpPr>
              <p:cNvPr id="41" name="Rectangle 15">
                <a:extLst>
                  <a:ext uri="{FF2B5EF4-FFF2-40B4-BE49-F238E27FC236}">
                    <a16:creationId xmlns:a16="http://schemas.microsoft.com/office/drawing/2014/main" id="{3DD943B6-0A10-4DE7-8D10-B5787CC56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330" y="285720"/>
                <a:ext cx="2808312" cy="2385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 defTabSz="733425"/>
                <a:r>
                  <a:rPr lang="es-MX" sz="950" b="1" dirty="0">
                    <a:latin typeface="Arial Narrow" pitchFamily="34" charset="0"/>
                  </a:rPr>
                  <a:t>Poder Judicial del Estado de Hidalgo</a:t>
                </a:r>
              </a:p>
            </p:txBody>
          </p:sp>
          <p:sp>
            <p:nvSpPr>
              <p:cNvPr id="43" name="6 CuadroTexto">
                <a:extLst>
                  <a:ext uri="{FF2B5EF4-FFF2-40B4-BE49-F238E27FC236}">
                    <a16:creationId xmlns:a16="http://schemas.microsoft.com/office/drawing/2014/main" id="{B9D53BD9-F908-4F82-BAAF-4AB8ACE6A2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744" y="463936"/>
                <a:ext cx="3105234" cy="338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28" tIns="45713" rIns="91428" bIns="45713">
                <a:spAutoFit/>
              </a:bodyPr>
              <a:lstStyle>
                <a:lvl1pPr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s-MX" sz="800" b="1" dirty="0">
                    <a:latin typeface="Arial Narrow" pitchFamily="34" charset="0"/>
                    <a:cs typeface="Arial" charset="0"/>
                  </a:rPr>
                  <a:t>Juzgado en Materia Penal Acusatorio y Oral para el </a:t>
                </a:r>
              </a:p>
              <a:p>
                <a:pPr algn="ctr" eaLnBrk="1" hangingPunct="1"/>
                <a:r>
                  <a:rPr lang="es-MX" sz="800" b="1" dirty="0">
                    <a:latin typeface="Arial Narrow" pitchFamily="34" charset="0"/>
                    <a:cs typeface="Arial" charset="0"/>
                  </a:rPr>
                  <a:t>Circuito de Pachuca de Soto, Hidalgo</a:t>
                </a:r>
                <a:endParaRPr lang="es-MX" sz="1000" b="1" dirty="0">
                  <a:latin typeface="Arial Narrow" pitchFamily="34" charset="0"/>
                  <a:cs typeface="Arial" charset="0"/>
                </a:endParaRPr>
              </a:p>
            </p:txBody>
          </p:sp>
          <p:sp>
            <p:nvSpPr>
              <p:cNvPr id="44" name="28 CuadroTexto">
                <a:extLst>
                  <a:ext uri="{FF2B5EF4-FFF2-40B4-BE49-F238E27FC236}">
                    <a16:creationId xmlns:a16="http://schemas.microsoft.com/office/drawing/2014/main" id="{415C6C2B-5659-4756-91F4-8F9DC029FFBD}"/>
                  </a:ext>
                </a:extLst>
              </p:cNvPr>
              <p:cNvSpPr txBox="1"/>
              <p:nvPr/>
            </p:nvSpPr>
            <p:spPr>
              <a:xfrm>
                <a:off x="1784161" y="1547913"/>
                <a:ext cx="1205086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es-MX" sz="5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Imputado: </a:t>
                </a:r>
                <a:r>
                  <a:rPr lang="es-ES" sz="5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{{Imputado}}</a:t>
                </a:r>
              </a:p>
              <a:p>
                <a:pPr lvl="0" algn="ctr"/>
                <a:r>
                  <a:rPr lang="es-MX" sz="5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Delito:</a:t>
                </a:r>
                <a:r>
                  <a:rPr lang="es-MX" sz="5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 {{Delito}}.</a:t>
                </a:r>
                <a:endParaRPr lang="es-ES" sz="50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endParaRPr>
              </a:p>
              <a:p>
                <a:pPr lvl="0" algn="ctr"/>
                <a:r>
                  <a:rPr lang="es-MX" sz="5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Victima u Ofendido: </a:t>
                </a:r>
              </a:p>
              <a:p>
                <a:pPr algn="ctr"/>
                <a:r>
                  <a:rPr lang="es-MX" sz="6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{{Agraviado}}. </a:t>
                </a:r>
              </a:p>
              <a:p>
                <a:pPr lvl="0" algn="ctr"/>
                <a:endParaRPr lang="es-MX" sz="500" b="1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endParaRPr>
              </a:p>
              <a:p>
                <a:pPr algn="ctr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Disco: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 /</a:t>
                </a:r>
                <a:endParaRPr lang="es-MX" sz="700" dirty="0"/>
              </a:p>
            </p:txBody>
          </p:sp>
          <p:sp>
            <p:nvSpPr>
              <p:cNvPr id="46" name="6 CuadroTexto">
                <a:extLst>
                  <a:ext uri="{FF2B5EF4-FFF2-40B4-BE49-F238E27FC236}">
                    <a16:creationId xmlns:a16="http://schemas.microsoft.com/office/drawing/2014/main" id="{64299962-77B8-4F5B-A661-2BFE0506FE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8155" y="1591777"/>
                <a:ext cx="1438586" cy="846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28" tIns="45713" rIns="91428" bIns="45713">
                <a:spAutoFit/>
              </a:bodyPr>
              <a:lstStyle>
                <a:lvl1pPr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Causa Penal: 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NoCausa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}}</a:t>
                </a:r>
              </a:p>
              <a:p>
                <a:pPr algn="ctr" eaLnBrk="1" hangingPunct="1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NUC: 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{{NUC}}</a:t>
                </a:r>
              </a:p>
              <a:p>
                <a:pPr algn="ctr" eaLnBrk="1" hangingPunct="1"/>
                <a:endParaRPr lang="es-MX" sz="700" b="1" dirty="0">
                  <a:latin typeface="Arial Narrow" pitchFamily="34" charset="0"/>
                  <a:cs typeface="Arial" charset="0"/>
                </a:endParaRPr>
              </a:p>
              <a:p>
                <a:pPr algn="ctr" eaLnBrk="1" hangingPunct="1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Fecha de Audiencia y Hora: </a:t>
                </a:r>
              </a:p>
              <a:p>
                <a:pPr algn="ctr" eaLnBrk="1" hangingPunct="1"/>
                <a:r>
                  <a:rPr lang="es-MX" sz="700" dirty="0"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FeAudiencia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}}</a:t>
                </a:r>
              </a:p>
              <a:p>
                <a:pPr algn="ctr" eaLnBrk="1" hangingPunct="1"/>
                <a:r>
                  <a:rPr lang="es-MX" sz="700" dirty="0">
                    <a:latin typeface="Arial Narrow" pitchFamily="34" charset="0"/>
                    <a:cs typeface="Arial" charset="0"/>
                  </a:rPr>
                  <a:t>{{Hora conclusión}} 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Hrs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.</a:t>
                </a:r>
              </a:p>
              <a:p>
                <a:pPr algn="ctr" eaLnBrk="1" hangingPunct="1"/>
                <a:r>
                  <a:rPr lang="es-MX" sz="700" dirty="0">
                    <a:latin typeface="Arial Narrow" pitchFamily="34" charset="0"/>
                    <a:cs typeface="Arial" charset="0"/>
                  </a:rPr>
                  <a:t>	</a:t>
                </a:r>
              </a:p>
            </p:txBody>
          </p:sp>
          <p:sp>
            <p:nvSpPr>
              <p:cNvPr id="47" name="36 CuadroTexto">
                <a:extLst>
                  <a:ext uri="{FF2B5EF4-FFF2-40B4-BE49-F238E27FC236}">
                    <a16:creationId xmlns:a16="http://schemas.microsoft.com/office/drawing/2014/main" id="{B4C16413-F74B-4E1D-803E-1EDB9DAEBF2D}"/>
                  </a:ext>
                </a:extLst>
              </p:cNvPr>
              <p:cNvSpPr txBox="1"/>
              <p:nvPr/>
            </p:nvSpPr>
            <p:spPr>
              <a:xfrm>
                <a:off x="2141020" y="2990395"/>
                <a:ext cx="31446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s-ES" sz="10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ES" sz="1000" b="1" dirty="0" err="1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TipoAudiencia</a:t>
                </a:r>
                <a:r>
                  <a:rPr lang="es-ES" sz="10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}} </a:t>
                </a:r>
                <a:r>
                  <a:rPr kumimoji="0" lang="es-E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 </a:t>
                </a:r>
              </a:p>
              <a:p>
                <a:pPr lvl="0" algn="ctr"/>
                <a:r>
                  <a:rPr lang="es-MX" sz="8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Certificación</a:t>
                </a:r>
              </a:p>
              <a:p>
                <a:pPr lvl="0" algn="ctr"/>
                <a:r>
                  <a:rPr lang="it-IT" sz="6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{{Juez}} </a:t>
                </a:r>
                <a:r>
                  <a:rPr lang="es-MX" sz="6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Juez Penal de Control en el Estado de Hidalgo, Certifico</a:t>
                </a:r>
              </a:p>
              <a:p>
                <a:pPr lvl="0" algn="ctr"/>
                <a:r>
                  <a:rPr lang="es-MX" sz="6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 y doy fe que la presente videograbación, es copia auténtica de la original, en términos</a:t>
                </a:r>
              </a:p>
              <a:p>
                <a:pPr lvl="0" algn="ctr"/>
                <a:r>
                  <a:rPr lang="es-MX" sz="6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 de los artículos 71 del Código Nacional de Procedimientos Penales, 7 fracción II </a:t>
                </a:r>
              </a:p>
              <a:p>
                <a:pPr lvl="0" algn="ctr"/>
                <a:r>
                  <a:rPr lang="es-MX" sz="6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y 62 fracción XI de la ley orgánica del Poder Judicial del Estado de Hidalgo, </a:t>
                </a:r>
              </a:p>
              <a:p>
                <a:pPr lvl="0" algn="ctr"/>
                <a:r>
                  <a:rPr lang="es-MX" sz="6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lo que hago constar para los efectos legales a los que haya lugar.</a:t>
                </a:r>
                <a:endParaRPr lang="es-MX" sz="600" dirty="0">
                  <a:latin typeface="Arial Narrow" pitchFamily="34" charset="0"/>
                  <a:cs typeface="Arial" charset="0"/>
                </a:endParaRPr>
              </a:p>
              <a:p>
                <a:pPr lvl="0" algn="ctr"/>
                <a:endParaRPr lang="es-MX" sz="600" dirty="0">
                  <a:latin typeface="Arial Narrow" pitchFamily="34" charset="0"/>
                  <a:cs typeface="Arial" charset="0"/>
                </a:endParaRPr>
              </a:p>
            </p:txBody>
          </p:sp>
        </p:grp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EC7FD442-7189-4D85-CE3B-9E0C0EA2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8621" y="5615232"/>
              <a:ext cx="857545" cy="701101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3782B6DD-5659-29ED-007D-3A9882D42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22048" y="5630937"/>
              <a:ext cx="847417" cy="701101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C7F6B7B-60C0-7DF3-A53D-C88C159E2222}"/>
              </a:ext>
            </a:extLst>
          </p:cNvPr>
          <p:cNvGrpSpPr/>
          <p:nvPr/>
        </p:nvGrpSpPr>
        <p:grpSpPr>
          <a:xfrm>
            <a:off x="1588273" y="771133"/>
            <a:ext cx="4028961" cy="3081756"/>
            <a:chOff x="1651607" y="754310"/>
            <a:chExt cx="4028961" cy="3081756"/>
          </a:xfrm>
        </p:grpSpPr>
        <p:grpSp>
          <p:nvGrpSpPr>
            <p:cNvPr id="12" name="41 Grupo"/>
            <p:cNvGrpSpPr/>
            <p:nvPr/>
          </p:nvGrpSpPr>
          <p:grpSpPr>
            <a:xfrm>
              <a:off x="1651607" y="754310"/>
              <a:ext cx="4028961" cy="3081756"/>
              <a:chOff x="1773542" y="285720"/>
              <a:chExt cx="4028961" cy="3081756"/>
            </a:xfrm>
          </p:grpSpPr>
          <p:sp>
            <p:nvSpPr>
              <p:cNvPr id="15" name="Rectangle 15"/>
              <p:cNvSpPr>
                <a:spLocks noChangeArrowheads="1"/>
              </p:cNvSpPr>
              <p:nvPr/>
            </p:nvSpPr>
            <p:spPr bwMode="auto">
              <a:xfrm>
                <a:off x="2319330" y="285720"/>
                <a:ext cx="2808312" cy="2385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 defTabSz="733425"/>
                <a:r>
                  <a:rPr lang="es-MX" sz="950" b="1" dirty="0">
                    <a:latin typeface="Arial Narrow" pitchFamily="34" charset="0"/>
                  </a:rPr>
                  <a:t>Poder Judicial del Estado de Hidalgo</a:t>
                </a:r>
              </a:p>
            </p:txBody>
          </p:sp>
          <p:sp>
            <p:nvSpPr>
              <p:cNvPr id="16" name="6 CuadroTexto"/>
              <p:cNvSpPr txBox="1">
                <a:spLocks noChangeArrowheads="1"/>
              </p:cNvSpPr>
              <p:nvPr/>
            </p:nvSpPr>
            <p:spPr bwMode="auto">
              <a:xfrm>
                <a:off x="2160744" y="463936"/>
                <a:ext cx="3105234" cy="338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28" tIns="45713" rIns="91428" bIns="45713">
                <a:spAutoFit/>
              </a:bodyPr>
              <a:lstStyle>
                <a:lvl1pPr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s-MX" sz="800" b="1" dirty="0">
                    <a:latin typeface="Arial Narrow" pitchFamily="34" charset="0"/>
                    <a:cs typeface="Arial" charset="0"/>
                  </a:rPr>
                  <a:t>Juzgado en Materia Penal Acusatorio y Oral para el </a:t>
                </a:r>
              </a:p>
              <a:p>
                <a:pPr algn="ctr" eaLnBrk="1" hangingPunct="1"/>
                <a:r>
                  <a:rPr lang="es-MX" sz="800" b="1" dirty="0">
                    <a:latin typeface="Arial Narrow" pitchFamily="34" charset="0"/>
                    <a:cs typeface="Arial" charset="0"/>
                  </a:rPr>
                  <a:t>Circuito de Pachuca de Soto, Hidalgo</a:t>
                </a:r>
                <a:endParaRPr lang="es-MX" sz="1000" b="1" dirty="0">
                  <a:latin typeface="Arial Narrow" pitchFamily="34" charset="0"/>
                  <a:cs typeface="Arial" charset="0"/>
                </a:endParaRPr>
              </a:p>
            </p:txBody>
          </p:sp>
          <p:sp>
            <p:nvSpPr>
              <p:cNvPr id="17" name="28 CuadroTexto"/>
              <p:cNvSpPr txBox="1"/>
              <p:nvPr/>
            </p:nvSpPr>
            <p:spPr>
              <a:xfrm>
                <a:off x="1773542" y="1412675"/>
                <a:ext cx="120508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es-MX" sz="7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Imputado:</a:t>
                </a:r>
                <a:r>
                  <a:rPr lang="es-MX" sz="7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{{Imputado}}</a:t>
                </a:r>
                <a:r>
                  <a:rPr lang="es-ES" sz="7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.</a:t>
                </a:r>
                <a:endParaRPr lang="es-MX" sz="70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endParaRPr>
              </a:p>
              <a:p>
                <a:pPr lvl="0" algn="ctr"/>
                <a:r>
                  <a:rPr lang="es-MX" sz="7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Delito: </a:t>
                </a:r>
                <a:r>
                  <a:rPr lang="es-MX" sz="7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{{Delito}}</a:t>
                </a:r>
                <a:r>
                  <a:rPr lang="es-ES" sz="7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.</a:t>
                </a:r>
              </a:p>
              <a:p>
                <a:pPr lvl="0" algn="ctr"/>
                <a:r>
                  <a:rPr lang="es-MX" sz="7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Victima u Ofendido:</a:t>
                </a:r>
              </a:p>
              <a:p>
                <a:pPr lvl="0" algn="ctr"/>
                <a:r>
                  <a:rPr lang="es-MX" sz="7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{{Agraviado}}. </a:t>
                </a:r>
              </a:p>
              <a:p>
                <a:pPr algn="ctr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Tipo de Audiencia: 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TipoAudiencia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}}.</a:t>
                </a:r>
              </a:p>
              <a:p>
                <a:pPr algn="ctr"/>
                <a:endParaRPr lang="es-MX" sz="700" b="1" dirty="0">
                  <a:latin typeface="Arial Narrow" pitchFamily="34" charset="0"/>
                  <a:cs typeface="Arial" charset="0"/>
                </a:endParaRPr>
              </a:p>
              <a:p>
                <a:pPr algn="ctr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Disco: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 /</a:t>
                </a:r>
                <a:endParaRPr lang="es-MX" sz="700" dirty="0"/>
              </a:p>
            </p:txBody>
          </p:sp>
          <p:sp>
            <p:nvSpPr>
              <p:cNvPr id="18" name="6 CuadroTexto"/>
              <p:cNvSpPr txBox="1">
                <a:spLocks noChangeArrowheads="1"/>
              </p:cNvSpPr>
              <p:nvPr/>
            </p:nvSpPr>
            <p:spPr bwMode="auto">
              <a:xfrm>
                <a:off x="4363918" y="1451496"/>
                <a:ext cx="1438585" cy="9540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28" tIns="45713" rIns="91428" bIns="45713">
                <a:spAutoFit/>
              </a:bodyPr>
              <a:lstStyle>
                <a:lvl1pPr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Causa Penal: 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NoCausa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}}</a:t>
                </a:r>
              </a:p>
              <a:p>
                <a:pPr algn="ctr" eaLnBrk="1" hangingPunct="1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NUC: 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{{NUC}}</a:t>
                </a:r>
              </a:p>
              <a:p>
                <a:pPr algn="ctr" eaLnBrk="1" hangingPunct="1"/>
                <a:endParaRPr lang="es-MX" sz="700" b="1" dirty="0">
                  <a:latin typeface="Arial Narrow" pitchFamily="34" charset="0"/>
                  <a:cs typeface="Arial" charset="0"/>
                </a:endParaRPr>
              </a:p>
              <a:p>
                <a:pPr algn="ctr" eaLnBrk="1" hangingPunct="1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Fecha de Audiencia y Hora: </a:t>
                </a:r>
              </a:p>
              <a:p>
                <a:pPr algn="ctr" eaLnBrk="1" hangingPunct="1"/>
                <a:r>
                  <a:rPr lang="es-MX" sz="700" dirty="0"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FeAudiencia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}}</a:t>
                </a:r>
              </a:p>
              <a:p>
                <a:pPr algn="ctr" eaLnBrk="1" hangingPunct="1"/>
                <a:r>
                  <a:rPr lang="es-MX" sz="700" dirty="0">
                    <a:latin typeface="Arial Narrow" pitchFamily="34" charset="0"/>
                    <a:cs typeface="Arial" charset="0"/>
                  </a:rPr>
                  <a:t>{{Hora conclusión}} 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Hrs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.</a:t>
                </a:r>
              </a:p>
              <a:p>
                <a:pPr algn="ctr" eaLnBrk="1" hangingPunct="1"/>
                <a:endParaRPr lang="es-MX" sz="700" b="1" dirty="0">
                  <a:latin typeface="Arial Narrow" pitchFamily="34" charset="0"/>
                  <a:cs typeface="Arial" charset="0"/>
                </a:endParaRPr>
              </a:p>
              <a:p>
                <a:pPr algn="ctr" eaLnBrk="1" hangingPunct="1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Copia</a:t>
                </a:r>
              </a:p>
            </p:txBody>
          </p:sp>
          <p:sp>
            <p:nvSpPr>
              <p:cNvPr id="19" name="36 CuadroTexto"/>
              <p:cNvSpPr txBox="1"/>
              <p:nvPr/>
            </p:nvSpPr>
            <p:spPr>
              <a:xfrm>
                <a:off x="2240036" y="2998144"/>
                <a:ext cx="2946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es-ES" sz="10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ES" sz="1000" b="1" dirty="0" err="1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TipoAudiencia</a:t>
                </a:r>
                <a:r>
                  <a:rPr lang="es-ES" sz="10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}} </a:t>
                </a:r>
              </a:p>
              <a:p>
                <a:pPr lvl="0" algn="ctr"/>
                <a:r>
                  <a:rPr kumimoji="0" lang="es-MX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Juez: </a:t>
                </a:r>
                <a:r>
                  <a:rPr kumimoji="0" lang="it-IT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{{Juez}}</a:t>
                </a:r>
                <a:endParaRPr kumimoji="0" lang="es-MX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endParaRPr>
              </a:p>
            </p:txBody>
          </p:sp>
        </p:grp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6BCF1BA8-155E-8F24-221C-46440756F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8233" y="1144102"/>
              <a:ext cx="902286" cy="737680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C8C5E86D-5848-2DA8-76F2-F1B37E1B9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20524" y="1179420"/>
              <a:ext cx="848941" cy="7023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53771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7422</TotalTime>
  <Words>235</Words>
  <Application>Microsoft Office PowerPoint</Application>
  <PresentationFormat>Presentación en pantalla (4:3)</PresentationFormat>
  <Paragraphs>43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</dc:creator>
  <cp:lastModifiedBy>PEREZ MEJIA</cp:lastModifiedBy>
  <cp:revision>677</cp:revision>
  <cp:lastPrinted>2026-08-06T19:28:58Z</cp:lastPrinted>
  <dcterms:created xsi:type="dcterms:W3CDTF">2012-12-06T21:39:51Z</dcterms:created>
  <dcterms:modified xsi:type="dcterms:W3CDTF">2026-08-19T07:41:07Z</dcterms:modified>
</cp:coreProperties>
</file>